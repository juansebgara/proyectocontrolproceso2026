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32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F436B-7567-B62E-08D4-CA83A99F5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A3661D-516E-CB21-A9BC-EBBDB1854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80F8E1-CC21-67AC-C462-1D70F2C7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349FF-C89D-8333-944B-C357C05F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268C07-58C1-0F03-1156-4CD08265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657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19101-784D-3E03-C972-4CE62046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F0C5C-0B8A-8649-4CB3-EAEFEB2E1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ABD3AB-2A8F-488B-46B3-C82E734D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8338D-E3C8-3272-D874-0D551CFD4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9B732B-D98D-C235-567A-1A3204E27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8530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676B2-69EA-FE93-74CB-B5B1DAA3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87B8BA-B229-FD9A-9D6F-009053A41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A5130-CBB2-ED7C-F25D-37AA4E76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5E8E1-D696-CC68-7046-7A8543FD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B708BA-97AD-BC51-1481-4DDFFF6C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411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4BC1F-0FDB-3242-EDCC-551F4DD9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BEF6F8-0945-43E3-717C-C8D43DA79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F9D524-0A85-138B-F797-6F723B7AB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70AE90-2F92-EF04-4787-09741114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66F7DC-0A2A-7613-65BC-F2E0916A9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EBEE70-A885-2C4C-9DDD-8675D1E9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872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8CF5C-BE6E-814D-6297-50140B0E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1873E6-15B2-0A50-7646-FD388F49B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A9262F-ED0B-774B-76FB-4C8101927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3A6EC9-D14F-F1ED-8853-E1B102347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2F1591-F16F-1D8A-1349-828581A7E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30B7E6-3614-5CDC-558A-84D45900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1F257C-70C2-FFBE-D2A3-C864BAA34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BE9E486-1E5A-8268-9D71-2D1E5559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318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5B956-BA6B-7567-C9FB-BE0B925E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E07071-6DDD-B1EB-F4F5-379116CE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CD80D6-B509-E072-9F9F-403E04DF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554562-1DD6-EBD3-36EA-5F44532C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296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1158F3-A31D-A5C2-BDD0-39982FCD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B182FF-637A-3BB1-F6BE-326A00CE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262E46-E4BC-2B4F-3A75-5D183DC0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49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8AC8E-5D7B-33F0-DC05-FAEAC7A2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916D07-DD66-B6E7-5E2C-4E685EF7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58BFBE-7EBA-2901-FE97-C3BBB63CA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7393ED-2330-7231-75AF-C450BD03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DDF7F-1C7C-C11A-0764-F9B9B872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8B2370-A808-B747-85E2-CD3E4F06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3316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20EB1-3944-A7EA-1469-D2CC7ACE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B1674A-D512-0049-EEFF-52C0280BB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5EDD3D-A480-CE43-AF1B-B66CE74D8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1AAC4-7E35-73E9-66FB-34756723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2E74A-8346-B801-F73F-A517F292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50465F-AAFF-F3C9-AB5C-CA8E7925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317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36AFD-422D-032D-ADC7-C78F78E8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ACC1F9-BD9E-63FE-AEB1-4355EF9BF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A020C8-E563-E81A-1BEB-1D45996E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F4F3FC-43C2-BDDA-540D-BDBD91DB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EB30C-7CC6-FE3B-4613-F5E63609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57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DE2E5A-274F-35F2-F3F3-4FF135407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6C8C4A-46FE-F246-8789-5A3553A85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529A68-997B-A427-05AC-B5EF433C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32EF6A-F76C-96A8-F1A9-0DD8BC48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EBF79B-5223-DD70-CB0D-DA8157E8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23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198908-09EF-E1C9-AD2F-BBF60585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E3476D-D80B-0A09-4F6F-E60120CF2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607245-7466-7280-0BFA-7D9076F38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09F9E-9238-436A-B96C-05479A16B58B}" type="datetimeFigureOut">
              <a:rPr lang="es-CO" smtClean="0"/>
              <a:t>7/04/2026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EC13F9-8B4B-BAD1-EF8E-622FB714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E6D97-9113-C26B-330B-0667CA44D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A3AFE-032D-4EAA-A248-03B62A9179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596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bo 6">
            <a:extLst>
              <a:ext uri="{FF2B5EF4-FFF2-40B4-BE49-F238E27FC236}">
                <a16:creationId xmlns:a16="http://schemas.microsoft.com/office/drawing/2014/main" id="{8526B6A0-25EC-03EC-C514-9537B1A984C7}"/>
              </a:ext>
            </a:extLst>
          </p:cNvPr>
          <p:cNvSpPr/>
          <p:nvPr/>
        </p:nvSpPr>
        <p:spPr>
          <a:xfrm>
            <a:off x="3850640" y="304800"/>
            <a:ext cx="4490720" cy="4490720"/>
          </a:xfrm>
          <a:prstGeom prst="cube">
            <a:avLst/>
          </a:prstGeom>
          <a:solidFill>
            <a:schemeClr val="bg2">
              <a:lumMod val="5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D878805-4189-4DEA-C251-77A7C9501DE1}"/>
              </a:ext>
            </a:extLst>
          </p:cNvPr>
          <p:cNvGrpSpPr/>
          <p:nvPr/>
        </p:nvGrpSpPr>
        <p:grpSpPr>
          <a:xfrm>
            <a:off x="3850640" y="1513845"/>
            <a:ext cx="3332480" cy="538481"/>
            <a:chOff x="3891280" y="3190240"/>
            <a:chExt cx="3413760" cy="538480"/>
          </a:xfrm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DECFFF22-EE4B-20EF-0DB0-56C5317FAEF2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B8CAFD5-655B-97DA-D4DD-CEEB264D63E3}"/>
                </a:ext>
              </a:extLst>
            </p:cNvPr>
            <p:cNvSpPr txBox="1"/>
            <p:nvPr/>
          </p:nvSpPr>
          <p:spPr>
            <a:xfrm>
              <a:off x="3891280" y="3297833"/>
              <a:ext cx="3332479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829936F-5A70-F856-EBD7-86179190C857}"/>
              </a:ext>
            </a:extLst>
          </p:cNvPr>
          <p:cNvSpPr txBox="1"/>
          <p:nvPr/>
        </p:nvSpPr>
        <p:spPr>
          <a:xfrm>
            <a:off x="3850640" y="2247155"/>
            <a:ext cx="3332480" cy="2353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15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3F5DD32-8E44-DB29-E6C2-FFE2E0A9368C}"/>
              </a:ext>
            </a:extLst>
          </p:cNvPr>
          <p:cNvCxnSpPr/>
          <p:nvPr/>
        </p:nvCxnSpPr>
        <p:spPr>
          <a:xfrm>
            <a:off x="2052320" y="1532375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E3BCC1C-907E-1881-6A54-310B8BA4B116}"/>
              </a:ext>
            </a:extLst>
          </p:cNvPr>
          <p:cNvCxnSpPr>
            <a:cxnSpLocks/>
          </p:cNvCxnSpPr>
          <p:nvPr/>
        </p:nvCxnSpPr>
        <p:spPr>
          <a:xfrm>
            <a:off x="7183119" y="1577111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92B95A-64DA-F3A5-C25D-B98E99D66AA3}"/>
              </a:ext>
            </a:extLst>
          </p:cNvPr>
          <p:cNvSpPr txBox="1"/>
          <p:nvPr/>
        </p:nvSpPr>
        <p:spPr>
          <a:xfrm>
            <a:off x="2230120" y="1067130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9555418-4234-49FB-46C3-2DECA96851C4}"/>
              </a:ext>
            </a:extLst>
          </p:cNvPr>
          <p:cNvSpPr txBox="1"/>
          <p:nvPr/>
        </p:nvSpPr>
        <p:spPr>
          <a:xfrm>
            <a:off x="7262465" y="1142449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2C6E681-AE20-4F75-E8A1-92418AC59A66}"/>
              </a:ext>
            </a:extLst>
          </p:cNvPr>
          <p:cNvCxnSpPr>
            <a:cxnSpLocks/>
          </p:cNvCxnSpPr>
          <p:nvPr/>
        </p:nvCxnSpPr>
        <p:spPr>
          <a:xfrm>
            <a:off x="2682240" y="1831520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13DDAA7-F540-4289-F8A9-BC65F28D9C5F}"/>
              </a:ext>
            </a:extLst>
          </p:cNvPr>
          <p:cNvCxnSpPr>
            <a:cxnSpLocks/>
          </p:cNvCxnSpPr>
          <p:nvPr/>
        </p:nvCxnSpPr>
        <p:spPr>
          <a:xfrm>
            <a:off x="2702560" y="2389068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F05D2C5-6C87-5DA0-E5D1-C0EA2D65233B}"/>
              </a:ext>
            </a:extLst>
          </p:cNvPr>
          <p:cNvCxnSpPr>
            <a:cxnSpLocks/>
          </p:cNvCxnSpPr>
          <p:nvPr/>
        </p:nvCxnSpPr>
        <p:spPr>
          <a:xfrm>
            <a:off x="2680640" y="294661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9AF7FC6-6B20-D198-1945-78672D98434E}"/>
              </a:ext>
            </a:extLst>
          </p:cNvPr>
          <p:cNvCxnSpPr>
            <a:cxnSpLocks/>
          </p:cNvCxnSpPr>
          <p:nvPr/>
        </p:nvCxnSpPr>
        <p:spPr>
          <a:xfrm>
            <a:off x="2680640" y="350416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7F18F43A-777F-1E8E-5F16-6D68CF4EEBE7}"/>
              </a:ext>
            </a:extLst>
          </p:cNvPr>
          <p:cNvCxnSpPr>
            <a:cxnSpLocks/>
          </p:cNvCxnSpPr>
          <p:nvPr/>
        </p:nvCxnSpPr>
        <p:spPr>
          <a:xfrm>
            <a:off x="2680640" y="406171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270B81D-85A1-E5B0-E6F4-C0323C681CD9}"/>
              </a:ext>
            </a:extLst>
          </p:cNvPr>
          <p:cNvSpPr txBox="1"/>
          <p:nvPr/>
        </p:nvSpPr>
        <p:spPr>
          <a:xfrm>
            <a:off x="1787194" y="158935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546B7AE-EC04-488C-4834-60EEE2CE4CC0}"/>
              </a:ext>
            </a:extLst>
          </p:cNvPr>
          <p:cNvSpPr txBox="1"/>
          <p:nvPr/>
        </p:nvSpPr>
        <p:spPr>
          <a:xfrm>
            <a:off x="1806546" y="2158401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5CC2464-0249-7FBD-39B5-7F7DAD3AD0B5}"/>
              </a:ext>
            </a:extLst>
          </p:cNvPr>
          <p:cNvSpPr txBox="1"/>
          <p:nvPr/>
        </p:nvSpPr>
        <p:spPr>
          <a:xfrm>
            <a:off x="1806546" y="272744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33C44CE-AD96-C018-F848-CCA35620D444}"/>
              </a:ext>
            </a:extLst>
          </p:cNvPr>
          <p:cNvSpPr txBox="1"/>
          <p:nvPr/>
        </p:nvSpPr>
        <p:spPr>
          <a:xfrm>
            <a:off x="1777997" y="3296496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81CF2FF-0A80-8591-1FBF-54641C99BA35}"/>
              </a:ext>
            </a:extLst>
          </p:cNvPr>
          <p:cNvSpPr txBox="1"/>
          <p:nvPr/>
        </p:nvSpPr>
        <p:spPr>
          <a:xfrm>
            <a:off x="1777998" y="38655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CCDB4B81-7A39-9060-A3F1-FE449721BD4F}"/>
              </a:ext>
            </a:extLst>
          </p:cNvPr>
          <p:cNvCxnSpPr>
            <a:cxnSpLocks/>
          </p:cNvCxnSpPr>
          <p:nvPr/>
        </p:nvCxnSpPr>
        <p:spPr>
          <a:xfrm>
            <a:off x="2692400" y="461925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98D6F39-213A-0F8A-C8C5-55A7313C0AA5}"/>
              </a:ext>
            </a:extLst>
          </p:cNvPr>
          <p:cNvSpPr txBox="1"/>
          <p:nvPr/>
        </p:nvSpPr>
        <p:spPr>
          <a:xfrm>
            <a:off x="1789758" y="443459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5CF52424-0FB7-CD76-90F5-0360442D3F64}"/>
              </a:ext>
            </a:extLst>
          </p:cNvPr>
          <p:cNvCxnSpPr>
            <a:cxnSpLocks/>
          </p:cNvCxnSpPr>
          <p:nvPr/>
        </p:nvCxnSpPr>
        <p:spPr>
          <a:xfrm>
            <a:off x="7246314" y="1855710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0E7CA758-E64C-6355-3537-8BE702F7844D}"/>
              </a:ext>
            </a:extLst>
          </p:cNvPr>
          <p:cNvCxnSpPr>
            <a:cxnSpLocks/>
          </p:cNvCxnSpPr>
          <p:nvPr/>
        </p:nvCxnSpPr>
        <p:spPr>
          <a:xfrm>
            <a:off x="7244714" y="249822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13D20B9E-AF95-5BC8-4F57-111A4FE13B91}"/>
              </a:ext>
            </a:extLst>
          </p:cNvPr>
          <p:cNvCxnSpPr>
            <a:cxnSpLocks/>
          </p:cNvCxnSpPr>
          <p:nvPr/>
        </p:nvCxnSpPr>
        <p:spPr>
          <a:xfrm>
            <a:off x="7244714" y="3140745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54AABBB-A7E0-5E85-B139-01235174D27C}"/>
              </a:ext>
            </a:extLst>
          </p:cNvPr>
          <p:cNvCxnSpPr>
            <a:cxnSpLocks/>
          </p:cNvCxnSpPr>
          <p:nvPr/>
        </p:nvCxnSpPr>
        <p:spPr>
          <a:xfrm>
            <a:off x="7244714" y="3783261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A7C0B471-DE1A-54C1-7597-8D317EB9351D}"/>
              </a:ext>
            </a:extLst>
          </p:cNvPr>
          <p:cNvCxnSpPr>
            <a:cxnSpLocks/>
          </p:cNvCxnSpPr>
          <p:nvPr/>
        </p:nvCxnSpPr>
        <p:spPr>
          <a:xfrm>
            <a:off x="7244714" y="4425778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D95356C7-7626-2001-4511-7907D4B16C0B}"/>
              </a:ext>
            </a:extLst>
          </p:cNvPr>
          <p:cNvSpPr txBox="1"/>
          <p:nvPr/>
        </p:nvSpPr>
        <p:spPr>
          <a:xfrm>
            <a:off x="8421345" y="1614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3C798FC-BC6D-813D-EFD0-A4DD35AF5F95}"/>
              </a:ext>
            </a:extLst>
          </p:cNvPr>
          <p:cNvSpPr txBox="1"/>
          <p:nvPr/>
        </p:nvSpPr>
        <p:spPr>
          <a:xfrm>
            <a:off x="8421345" y="225731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15A84FC9-BAD1-0E09-B647-DDA68DC8FBBA}"/>
              </a:ext>
            </a:extLst>
          </p:cNvPr>
          <p:cNvSpPr txBox="1"/>
          <p:nvPr/>
        </p:nvSpPr>
        <p:spPr>
          <a:xfrm>
            <a:off x="8392796" y="290017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CB13B98E-F023-8C2B-966A-82107BDB6D7F}"/>
              </a:ext>
            </a:extLst>
          </p:cNvPr>
          <p:cNvSpPr txBox="1"/>
          <p:nvPr/>
        </p:nvSpPr>
        <p:spPr>
          <a:xfrm>
            <a:off x="8392796" y="354303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56C9A90-B27B-5B29-C5B3-F81FE29C2C14}"/>
              </a:ext>
            </a:extLst>
          </p:cNvPr>
          <p:cNvSpPr txBox="1"/>
          <p:nvPr/>
        </p:nvSpPr>
        <p:spPr>
          <a:xfrm>
            <a:off x="8421343" y="4185892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61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C5FC-D30A-D16F-48D2-3897E76C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512FEA3-6EB1-61A8-2AC5-084AE51203F1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141177B-023A-539A-2EF5-7FC34168D5D2}"/>
              </a:ext>
            </a:extLst>
          </p:cNvPr>
          <p:cNvGrpSpPr/>
          <p:nvPr/>
        </p:nvGrpSpPr>
        <p:grpSpPr>
          <a:xfrm>
            <a:off x="4428347" y="996973"/>
            <a:ext cx="3332480" cy="538481"/>
            <a:chOff x="3891280" y="3190240"/>
            <a:chExt cx="3413760" cy="538480"/>
          </a:xfrm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06A3C221-1455-8ADE-EDA2-629AA27B49CA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1EE82F7-AD09-81B9-BAEB-5FFAF747F130}"/>
                </a:ext>
              </a:extLst>
            </p:cNvPr>
            <p:cNvSpPr txBox="1"/>
            <p:nvPr/>
          </p:nvSpPr>
          <p:spPr>
            <a:xfrm>
              <a:off x="3891280" y="3297833"/>
              <a:ext cx="3332479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477652-1677-45D6-660D-E076C85562EA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E3102B3-2040-1B8B-01DA-AA862B5DF16F}"/>
              </a:ext>
            </a:extLst>
          </p:cNvPr>
          <p:cNvCxnSpPr/>
          <p:nvPr/>
        </p:nvCxnSpPr>
        <p:spPr>
          <a:xfrm>
            <a:off x="2265234" y="1214600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574E5E5-01F7-F5BE-5F06-315EC1B32D7B}"/>
              </a:ext>
            </a:extLst>
          </p:cNvPr>
          <p:cNvCxnSpPr>
            <a:cxnSpLocks/>
          </p:cNvCxnSpPr>
          <p:nvPr/>
        </p:nvCxnSpPr>
        <p:spPr>
          <a:xfrm>
            <a:off x="8167227" y="1214602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66D0C8C-FE5C-6735-972A-6B40C45E7228}"/>
              </a:ext>
            </a:extLst>
          </p:cNvPr>
          <p:cNvSpPr txBox="1"/>
          <p:nvPr/>
        </p:nvSpPr>
        <p:spPr>
          <a:xfrm>
            <a:off x="2443034" y="749355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7AB568A-C544-DFF5-8EE9-65DCB1CE479E}"/>
              </a:ext>
            </a:extLst>
          </p:cNvPr>
          <p:cNvSpPr txBox="1"/>
          <p:nvPr/>
        </p:nvSpPr>
        <p:spPr>
          <a:xfrm>
            <a:off x="8436469" y="749355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D71B65B-F65E-FB82-9CB7-2EEA03EF978E}"/>
              </a:ext>
            </a:extLst>
          </p:cNvPr>
          <p:cNvCxnSpPr>
            <a:cxnSpLocks/>
          </p:cNvCxnSpPr>
          <p:nvPr/>
        </p:nvCxnSpPr>
        <p:spPr>
          <a:xfrm>
            <a:off x="2893858" y="1801387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18C42AF-B0CD-82A4-F5E1-25FC720200B1}"/>
              </a:ext>
            </a:extLst>
          </p:cNvPr>
          <p:cNvCxnSpPr>
            <a:cxnSpLocks/>
          </p:cNvCxnSpPr>
          <p:nvPr/>
        </p:nvCxnSpPr>
        <p:spPr>
          <a:xfrm>
            <a:off x="2914178" y="238488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EC75272-1E46-2D2F-289F-42C4895131AF}"/>
              </a:ext>
            </a:extLst>
          </p:cNvPr>
          <p:cNvCxnSpPr>
            <a:cxnSpLocks/>
          </p:cNvCxnSpPr>
          <p:nvPr/>
        </p:nvCxnSpPr>
        <p:spPr>
          <a:xfrm>
            <a:off x="2892258" y="29683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58A2A747-9B17-8B24-7B37-F15AF0CE3DAC}"/>
              </a:ext>
            </a:extLst>
          </p:cNvPr>
          <p:cNvCxnSpPr>
            <a:cxnSpLocks/>
          </p:cNvCxnSpPr>
          <p:nvPr/>
        </p:nvCxnSpPr>
        <p:spPr>
          <a:xfrm>
            <a:off x="2892258" y="3551895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940470B3-F1DA-76AB-E72C-B3A2DD0B7E00}"/>
              </a:ext>
            </a:extLst>
          </p:cNvPr>
          <p:cNvCxnSpPr>
            <a:cxnSpLocks/>
          </p:cNvCxnSpPr>
          <p:nvPr/>
        </p:nvCxnSpPr>
        <p:spPr>
          <a:xfrm>
            <a:off x="2892258" y="413539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75789AE-7341-8A0A-D192-237BB2FE1900}"/>
              </a:ext>
            </a:extLst>
          </p:cNvPr>
          <p:cNvSpPr txBox="1"/>
          <p:nvPr/>
        </p:nvSpPr>
        <p:spPr>
          <a:xfrm>
            <a:off x="1998812" y="153544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6247357-0A40-5DC6-E378-8EF4D7F77E62}"/>
              </a:ext>
            </a:extLst>
          </p:cNvPr>
          <p:cNvSpPr txBox="1"/>
          <p:nvPr/>
        </p:nvSpPr>
        <p:spPr>
          <a:xfrm>
            <a:off x="2018164" y="21259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180D897-4D87-3244-AD61-6BAE0A3334D8}"/>
              </a:ext>
            </a:extLst>
          </p:cNvPr>
          <p:cNvSpPr txBox="1"/>
          <p:nvPr/>
        </p:nvSpPr>
        <p:spPr>
          <a:xfrm>
            <a:off x="2018164" y="271649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0C7432D-0ADB-1C27-3E99-8F72D9B2EEE2}"/>
              </a:ext>
            </a:extLst>
          </p:cNvPr>
          <p:cNvSpPr txBox="1"/>
          <p:nvPr/>
        </p:nvSpPr>
        <p:spPr>
          <a:xfrm>
            <a:off x="1989615" y="33070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CF75A44-5B1F-5569-4319-F1D790C38010}"/>
              </a:ext>
            </a:extLst>
          </p:cNvPr>
          <p:cNvSpPr txBox="1"/>
          <p:nvPr/>
        </p:nvSpPr>
        <p:spPr>
          <a:xfrm>
            <a:off x="1989616" y="389754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427A792-C491-CBB2-FDDD-8405B590CB90}"/>
              </a:ext>
            </a:extLst>
          </p:cNvPr>
          <p:cNvCxnSpPr>
            <a:cxnSpLocks/>
          </p:cNvCxnSpPr>
          <p:nvPr/>
        </p:nvCxnSpPr>
        <p:spPr>
          <a:xfrm>
            <a:off x="2863709" y="471890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F0C709B-F2D1-E460-8B11-D954D2C11DF6}"/>
              </a:ext>
            </a:extLst>
          </p:cNvPr>
          <p:cNvSpPr txBox="1"/>
          <p:nvPr/>
        </p:nvSpPr>
        <p:spPr>
          <a:xfrm>
            <a:off x="2018164" y="4488072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F1FB2673-FAEE-BF32-744F-BF77FD0D984A}"/>
              </a:ext>
            </a:extLst>
          </p:cNvPr>
          <p:cNvCxnSpPr>
            <a:cxnSpLocks/>
          </p:cNvCxnSpPr>
          <p:nvPr/>
        </p:nvCxnSpPr>
        <p:spPr>
          <a:xfrm>
            <a:off x="8168829" y="1942867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B4B90E5C-53DF-3739-EAFC-3E5FA42AFEB4}"/>
              </a:ext>
            </a:extLst>
          </p:cNvPr>
          <p:cNvCxnSpPr>
            <a:cxnSpLocks/>
          </p:cNvCxnSpPr>
          <p:nvPr/>
        </p:nvCxnSpPr>
        <p:spPr>
          <a:xfrm>
            <a:off x="8167229" y="26544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09765338-97FB-28FC-D901-4DE0EAE0AA19}"/>
              </a:ext>
            </a:extLst>
          </p:cNvPr>
          <p:cNvCxnSpPr>
            <a:cxnSpLocks/>
          </p:cNvCxnSpPr>
          <p:nvPr/>
        </p:nvCxnSpPr>
        <p:spPr>
          <a:xfrm>
            <a:off x="8167229" y="33660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5ED1FF82-DB76-CD55-49A3-42062AE53AA7}"/>
              </a:ext>
            </a:extLst>
          </p:cNvPr>
          <p:cNvCxnSpPr>
            <a:cxnSpLocks/>
          </p:cNvCxnSpPr>
          <p:nvPr/>
        </p:nvCxnSpPr>
        <p:spPr>
          <a:xfrm>
            <a:off x="8167229" y="40776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B52E76E3-B7B9-8ED7-C06A-E6268050D895}"/>
              </a:ext>
            </a:extLst>
          </p:cNvPr>
          <p:cNvCxnSpPr>
            <a:cxnSpLocks/>
          </p:cNvCxnSpPr>
          <p:nvPr/>
        </p:nvCxnSpPr>
        <p:spPr>
          <a:xfrm>
            <a:off x="8167229" y="4789267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1C88249B-ED24-85CB-0601-0A7FAF3C8151}"/>
              </a:ext>
            </a:extLst>
          </p:cNvPr>
          <p:cNvSpPr txBox="1"/>
          <p:nvPr/>
        </p:nvSpPr>
        <p:spPr>
          <a:xfrm>
            <a:off x="9362960" y="16994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007A410-2313-3041-112D-FFED2BB11946}"/>
              </a:ext>
            </a:extLst>
          </p:cNvPr>
          <p:cNvSpPr txBox="1"/>
          <p:nvPr/>
        </p:nvSpPr>
        <p:spPr>
          <a:xfrm>
            <a:off x="9487693" y="24110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84CB1FE0-CEF7-FEC4-6807-9B2BA866386A}"/>
              </a:ext>
            </a:extLst>
          </p:cNvPr>
          <p:cNvSpPr txBox="1"/>
          <p:nvPr/>
        </p:nvSpPr>
        <p:spPr>
          <a:xfrm>
            <a:off x="9459144" y="31226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B984D581-A8AD-E0CD-0DB5-104684291FB5}"/>
              </a:ext>
            </a:extLst>
          </p:cNvPr>
          <p:cNvSpPr txBox="1"/>
          <p:nvPr/>
        </p:nvSpPr>
        <p:spPr>
          <a:xfrm>
            <a:off x="9459144" y="3834229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33D38BFB-0D05-5183-654B-EC00D0E1AF70}"/>
              </a:ext>
            </a:extLst>
          </p:cNvPr>
          <p:cNvSpPr txBox="1"/>
          <p:nvPr/>
        </p:nvSpPr>
        <p:spPr>
          <a:xfrm>
            <a:off x="9337227" y="4545830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DE60D69-3626-D02C-4CA2-153705BB6197}"/>
              </a:ext>
            </a:extLst>
          </p:cNvPr>
          <p:cNvCxnSpPr>
            <a:cxnSpLocks/>
          </p:cNvCxnSpPr>
          <p:nvPr/>
        </p:nvCxnSpPr>
        <p:spPr>
          <a:xfrm flipV="1">
            <a:off x="463742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7AC8501-4B4F-9D41-31BE-821DDE204ACC}"/>
              </a:ext>
            </a:extLst>
          </p:cNvPr>
          <p:cNvCxnSpPr>
            <a:cxnSpLocks/>
          </p:cNvCxnSpPr>
          <p:nvPr/>
        </p:nvCxnSpPr>
        <p:spPr>
          <a:xfrm flipV="1">
            <a:off x="752286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42EFF5D-1772-AF38-1ABB-422451A0CDD2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812794-8912-11C6-71C8-F39158E47DDA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98929663-9BAF-6218-43B4-4031AD744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87645"/>
              </p:ext>
            </p:extLst>
          </p:nvPr>
        </p:nvGraphicFramePr>
        <p:xfrm>
          <a:off x="2265234" y="5257430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03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F1B7-1F21-5134-5021-BB93C46C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72BBC11-CDFE-9B9D-D748-6D2BD90C1CF8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FC75457-2122-4106-AB9E-C9508E4E144B}"/>
              </a:ext>
            </a:extLst>
          </p:cNvPr>
          <p:cNvGrpSpPr/>
          <p:nvPr/>
        </p:nvGrpSpPr>
        <p:grpSpPr>
          <a:xfrm>
            <a:off x="4507692" y="1152222"/>
            <a:ext cx="3253135" cy="553811"/>
            <a:chOff x="3972560" y="3190240"/>
            <a:chExt cx="3332480" cy="55381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233CC475-1A98-19DD-6136-BCC5BB7B447A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12AB8FA7-292C-BDF1-A0CC-ED7691C3D37F}"/>
                </a:ext>
              </a:extLst>
            </p:cNvPr>
            <p:cNvSpPr txBox="1"/>
            <p:nvPr/>
          </p:nvSpPr>
          <p:spPr>
            <a:xfrm>
              <a:off x="3983727" y="3313164"/>
              <a:ext cx="3259742" cy="430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3760366-F2AC-8BBF-BEDE-E235798BBC96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D813BAA-0220-ADEE-E52E-39C799D86FAD}"/>
              </a:ext>
            </a:extLst>
          </p:cNvPr>
          <p:cNvCxnSpPr/>
          <p:nvPr/>
        </p:nvCxnSpPr>
        <p:spPr>
          <a:xfrm>
            <a:off x="2236659" y="946427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FAF4081-54E8-738C-B032-940C8190D27E}"/>
              </a:ext>
            </a:extLst>
          </p:cNvPr>
          <p:cNvCxnSpPr>
            <a:cxnSpLocks/>
          </p:cNvCxnSpPr>
          <p:nvPr/>
        </p:nvCxnSpPr>
        <p:spPr>
          <a:xfrm>
            <a:off x="8138652" y="946429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5E44332-506A-B41D-9E36-5130C3AADF59}"/>
              </a:ext>
            </a:extLst>
          </p:cNvPr>
          <p:cNvSpPr txBox="1"/>
          <p:nvPr/>
        </p:nvSpPr>
        <p:spPr>
          <a:xfrm>
            <a:off x="2414459" y="481182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6051A9A-3E60-FCED-A698-9AD61BC2A593}"/>
              </a:ext>
            </a:extLst>
          </p:cNvPr>
          <p:cNvSpPr txBox="1"/>
          <p:nvPr/>
        </p:nvSpPr>
        <p:spPr>
          <a:xfrm>
            <a:off x="8407894" y="481182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23F3916-EC9D-118A-2A37-19DDCC5F3B83}"/>
              </a:ext>
            </a:extLst>
          </p:cNvPr>
          <p:cNvCxnSpPr>
            <a:cxnSpLocks/>
          </p:cNvCxnSpPr>
          <p:nvPr/>
        </p:nvCxnSpPr>
        <p:spPr>
          <a:xfrm>
            <a:off x="2876210" y="1271538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38356A4-28DA-DC89-8F36-BF729D11D55D}"/>
              </a:ext>
            </a:extLst>
          </p:cNvPr>
          <p:cNvCxnSpPr>
            <a:cxnSpLocks/>
          </p:cNvCxnSpPr>
          <p:nvPr/>
        </p:nvCxnSpPr>
        <p:spPr>
          <a:xfrm>
            <a:off x="2896530" y="185504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53A4C72-6D61-828C-33AA-B8566C8CA23B}"/>
              </a:ext>
            </a:extLst>
          </p:cNvPr>
          <p:cNvCxnSpPr>
            <a:cxnSpLocks/>
          </p:cNvCxnSpPr>
          <p:nvPr/>
        </p:nvCxnSpPr>
        <p:spPr>
          <a:xfrm>
            <a:off x="2874610" y="243854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76BBCFD-AF89-BBBF-213C-0A1AAE4D1FEF}"/>
              </a:ext>
            </a:extLst>
          </p:cNvPr>
          <p:cNvCxnSpPr>
            <a:cxnSpLocks/>
          </p:cNvCxnSpPr>
          <p:nvPr/>
        </p:nvCxnSpPr>
        <p:spPr>
          <a:xfrm>
            <a:off x="2874610" y="302204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63695A70-22DE-E1D7-3408-B04EAB6405A3}"/>
              </a:ext>
            </a:extLst>
          </p:cNvPr>
          <p:cNvCxnSpPr>
            <a:cxnSpLocks/>
          </p:cNvCxnSpPr>
          <p:nvPr/>
        </p:nvCxnSpPr>
        <p:spPr>
          <a:xfrm>
            <a:off x="2874610" y="360555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A2E6144-A325-E42E-1A93-2437D186E590}"/>
              </a:ext>
            </a:extLst>
          </p:cNvPr>
          <p:cNvSpPr txBox="1"/>
          <p:nvPr/>
        </p:nvSpPr>
        <p:spPr>
          <a:xfrm>
            <a:off x="1981164" y="10056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97C4D2D-5C11-0451-516D-840EF61DCB60}"/>
              </a:ext>
            </a:extLst>
          </p:cNvPr>
          <p:cNvSpPr txBox="1"/>
          <p:nvPr/>
        </p:nvSpPr>
        <p:spPr>
          <a:xfrm>
            <a:off x="2000516" y="159612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EA57C9B-C087-FE2E-763E-814B0266CD0C}"/>
              </a:ext>
            </a:extLst>
          </p:cNvPr>
          <p:cNvSpPr txBox="1"/>
          <p:nvPr/>
        </p:nvSpPr>
        <p:spPr>
          <a:xfrm>
            <a:off x="2000516" y="218665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1A877C8-9114-B607-4134-D11BAC45DA9D}"/>
              </a:ext>
            </a:extLst>
          </p:cNvPr>
          <p:cNvSpPr txBox="1"/>
          <p:nvPr/>
        </p:nvSpPr>
        <p:spPr>
          <a:xfrm>
            <a:off x="1971967" y="27771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24804AA-EBC3-946B-EA66-56E44570CDF1}"/>
              </a:ext>
            </a:extLst>
          </p:cNvPr>
          <p:cNvSpPr txBox="1"/>
          <p:nvPr/>
        </p:nvSpPr>
        <p:spPr>
          <a:xfrm>
            <a:off x="1971968" y="33677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7EAFA45C-D15B-E287-F2A0-61FF134065A7}"/>
              </a:ext>
            </a:extLst>
          </p:cNvPr>
          <p:cNvCxnSpPr>
            <a:cxnSpLocks/>
          </p:cNvCxnSpPr>
          <p:nvPr/>
        </p:nvCxnSpPr>
        <p:spPr>
          <a:xfrm>
            <a:off x="2846061" y="418905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B9B84C9-3D81-332C-C902-39A2C180ADF6}"/>
              </a:ext>
            </a:extLst>
          </p:cNvPr>
          <p:cNvSpPr txBox="1"/>
          <p:nvPr/>
        </p:nvSpPr>
        <p:spPr>
          <a:xfrm>
            <a:off x="2000516" y="39582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40478118-0CF8-7230-7134-AD425D3DBF19}"/>
              </a:ext>
            </a:extLst>
          </p:cNvPr>
          <p:cNvCxnSpPr>
            <a:cxnSpLocks/>
          </p:cNvCxnSpPr>
          <p:nvPr/>
        </p:nvCxnSpPr>
        <p:spPr>
          <a:xfrm>
            <a:off x="8155464" y="1561092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529A91C-D2A3-753D-7B98-853B8D50EF6E}"/>
              </a:ext>
            </a:extLst>
          </p:cNvPr>
          <p:cNvCxnSpPr>
            <a:cxnSpLocks/>
          </p:cNvCxnSpPr>
          <p:nvPr/>
        </p:nvCxnSpPr>
        <p:spPr>
          <a:xfrm>
            <a:off x="8153864" y="22726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947083CD-8EA7-34BD-5D78-7484E8C50115}"/>
              </a:ext>
            </a:extLst>
          </p:cNvPr>
          <p:cNvCxnSpPr>
            <a:cxnSpLocks/>
          </p:cNvCxnSpPr>
          <p:nvPr/>
        </p:nvCxnSpPr>
        <p:spPr>
          <a:xfrm>
            <a:off x="8153864" y="29842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DDDB0524-D3A9-7C48-0327-3373449047CE}"/>
              </a:ext>
            </a:extLst>
          </p:cNvPr>
          <p:cNvCxnSpPr>
            <a:cxnSpLocks/>
          </p:cNvCxnSpPr>
          <p:nvPr/>
        </p:nvCxnSpPr>
        <p:spPr>
          <a:xfrm>
            <a:off x="8153864" y="36958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991604FE-47F4-4F4E-A31C-4C780493A6C9}"/>
              </a:ext>
            </a:extLst>
          </p:cNvPr>
          <p:cNvCxnSpPr>
            <a:cxnSpLocks/>
          </p:cNvCxnSpPr>
          <p:nvPr/>
        </p:nvCxnSpPr>
        <p:spPr>
          <a:xfrm>
            <a:off x="8153864" y="44074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3D985BF-3B4D-C016-1AC4-0168FD07EC3D}"/>
              </a:ext>
            </a:extLst>
          </p:cNvPr>
          <p:cNvSpPr txBox="1"/>
          <p:nvPr/>
        </p:nvSpPr>
        <p:spPr>
          <a:xfrm>
            <a:off x="9349595" y="13176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7865CE2B-014E-34BE-652B-08D86FFEAF38}"/>
              </a:ext>
            </a:extLst>
          </p:cNvPr>
          <p:cNvSpPr txBox="1"/>
          <p:nvPr/>
        </p:nvSpPr>
        <p:spPr>
          <a:xfrm>
            <a:off x="9474328" y="20292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7432F30-4410-EAF2-524D-8A880D6759DD}"/>
              </a:ext>
            </a:extLst>
          </p:cNvPr>
          <p:cNvSpPr txBox="1"/>
          <p:nvPr/>
        </p:nvSpPr>
        <p:spPr>
          <a:xfrm>
            <a:off x="9445779" y="27408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6D43F06E-5C84-F80A-8BB8-D13C86587C5F}"/>
              </a:ext>
            </a:extLst>
          </p:cNvPr>
          <p:cNvSpPr txBox="1"/>
          <p:nvPr/>
        </p:nvSpPr>
        <p:spPr>
          <a:xfrm>
            <a:off x="9445779" y="3452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6FD46C0-46B6-575B-54B3-FE91125BD43E}"/>
              </a:ext>
            </a:extLst>
          </p:cNvPr>
          <p:cNvSpPr txBox="1"/>
          <p:nvPr/>
        </p:nvSpPr>
        <p:spPr>
          <a:xfrm>
            <a:off x="9323862" y="4164055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5920D49-6B14-25C9-D76F-094BA98E3D11}"/>
              </a:ext>
            </a:extLst>
          </p:cNvPr>
          <p:cNvCxnSpPr>
            <a:cxnSpLocks/>
          </p:cNvCxnSpPr>
          <p:nvPr/>
        </p:nvCxnSpPr>
        <p:spPr>
          <a:xfrm flipV="1">
            <a:off x="463742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0CBB723-ACA9-E9B9-F594-80A49B9A878B}"/>
              </a:ext>
            </a:extLst>
          </p:cNvPr>
          <p:cNvCxnSpPr>
            <a:cxnSpLocks/>
          </p:cNvCxnSpPr>
          <p:nvPr/>
        </p:nvCxnSpPr>
        <p:spPr>
          <a:xfrm flipV="1">
            <a:off x="752286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31D7992-7324-E332-6160-07AC60E4D937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619F31-8DEF-8C1F-368F-43CE2021C03B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6EAF9D0-E294-F80F-7349-A90B22985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802992"/>
              </p:ext>
            </p:extLst>
          </p:nvPr>
        </p:nvGraphicFramePr>
        <p:xfrm>
          <a:off x="2265234" y="5257430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D856FD7-2EBF-61F6-D5AA-6EE2714BA7BC}"/>
              </a:ext>
            </a:extLst>
          </p:cNvPr>
          <p:cNvCxnSpPr>
            <a:cxnSpLocks/>
          </p:cNvCxnSpPr>
          <p:nvPr/>
        </p:nvCxnSpPr>
        <p:spPr>
          <a:xfrm>
            <a:off x="2837978" y="476162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8A5E214D-EEE5-7FB9-73EB-C8203659C2E8}"/>
              </a:ext>
            </a:extLst>
          </p:cNvPr>
          <p:cNvSpPr txBox="1"/>
          <p:nvPr/>
        </p:nvSpPr>
        <p:spPr>
          <a:xfrm>
            <a:off x="1992433" y="453079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I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5246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7E28A-49FB-F4EF-47CC-D0D8D8B2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37F4396F-A1FD-A9BA-C8E1-3E19DAACE902}"/>
              </a:ext>
            </a:extLst>
          </p:cNvPr>
          <p:cNvSpPr/>
          <p:nvPr/>
        </p:nvSpPr>
        <p:spPr>
          <a:xfrm>
            <a:off x="3439144" y="726632"/>
            <a:ext cx="5317545" cy="485622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A81DAB-C4D6-D2F6-52F2-9987538B2B07}"/>
              </a:ext>
            </a:extLst>
          </p:cNvPr>
          <p:cNvSpPr/>
          <p:nvPr/>
        </p:nvSpPr>
        <p:spPr>
          <a:xfrm>
            <a:off x="4033709" y="887255"/>
            <a:ext cx="4133520" cy="41335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5AA05DA-5CD6-4123-B700-B40C802D5F5F}"/>
              </a:ext>
            </a:extLst>
          </p:cNvPr>
          <p:cNvGrpSpPr/>
          <p:nvPr/>
        </p:nvGrpSpPr>
        <p:grpSpPr>
          <a:xfrm>
            <a:off x="4507692" y="1152222"/>
            <a:ext cx="3253135" cy="553811"/>
            <a:chOff x="3972560" y="3190240"/>
            <a:chExt cx="3332480" cy="55381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9" name="Cubo 8">
              <a:extLst>
                <a:ext uri="{FF2B5EF4-FFF2-40B4-BE49-F238E27FC236}">
                  <a16:creationId xmlns:a16="http://schemas.microsoft.com/office/drawing/2014/main" id="{E9D3243E-1BE8-1AAE-E342-4CB3851AE67D}"/>
                </a:ext>
              </a:extLst>
            </p:cNvPr>
            <p:cNvSpPr/>
            <p:nvPr/>
          </p:nvSpPr>
          <p:spPr>
            <a:xfrm>
              <a:off x="3972560" y="3190240"/>
              <a:ext cx="3332480" cy="538480"/>
            </a:xfrm>
            <a:prstGeom prst="cube">
              <a:avLst/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FCC16D6-CD91-7BA6-D63C-45A40C71EE89}"/>
                </a:ext>
              </a:extLst>
            </p:cNvPr>
            <p:cNvSpPr txBox="1"/>
            <p:nvPr/>
          </p:nvSpPr>
          <p:spPr>
            <a:xfrm>
              <a:off x="3983727" y="3313164"/>
              <a:ext cx="3259742" cy="430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2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Reactor de Microalgas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111F1D-59EC-51D9-C4A8-A361948D3297}"/>
              </a:ext>
            </a:extLst>
          </p:cNvPr>
          <p:cNvSpPr txBox="1"/>
          <p:nvPr/>
        </p:nvSpPr>
        <p:spPr>
          <a:xfrm>
            <a:off x="4050499" y="1781870"/>
            <a:ext cx="4091001" cy="3084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Biomasa Funcional (X)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Carbonatado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Sustrato Nitrogenado (S</a:t>
            </a:r>
            <a:r>
              <a:rPr lang="es-CO" sz="2000" b="1" baseline="-25000" dirty="0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Nitrógeno (Q)</a:t>
            </a:r>
          </a:p>
          <a:p>
            <a:pPr algn="ctr">
              <a:lnSpc>
                <a:spcPct val="200000"/>
              </a:lnSpc>
            </a:pPr>
            <a:r>
              <a:rPr lang="es-CO" sz="20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Lípidos (L)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68D0F97-947F-7A44-EA8F-DB4009E1EAA2}"/>
              </a:ext>
            </a:extLst>
          </p:cNvPr>
          <p:cNvCxnSpPr/>
          <p:nvPr/>
        </p:nvCxnSpPr>
        <p:spPr>
          <a:xfrm>
            <a:off x="2236659" y="946427"/>
            <a:ext cx="179832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A457FD8-4396-76C4-E9DD-5D49B52C550A}"/>
              </a:ext>
            </a:extLst>
          </p:cNvPr>
          <p:cNvCxnSpPr>
            <a:cxnSpLocks/>
          </p:cNvCxnSpPr>
          <p:nvPr/>
        </p:nvCxnSpPr>
        <p:spPr>
          <a:xfrm>
            <a:off x="8138652" y="946429"/>
            <a:ext cx="1859915" cy="166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CF04DA-D591-9215-CD0A-838D581AF421}"/>
              </a:ext>
            </a:extLst>
          </p:cNvPr>
          <p:cNvSpPr txBox="1"/>
          <p:nvPr/>
        </p:nvSpPr>
        <p:spPr>
          <a:xfrm>
            <a:off x="1971967" y="473006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Entradas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7BEE0-1BB8-F0DE-D151-0355CB5EB7F0}"/>
              </a:ext>
            </a:extLst>
          </p:cNvPr>
          <p:cNvSpPr txBox="1"/>
          <p:nvPr/>
        </p:nvSpPr>
        <p:spPr>
          <a:xfrm>
            <a:off x="8802890" y="540133"/>
            <a:ext cx="144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Salidas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1514A70-348B-32ED-B4EC-0E655B90D567}"/>
              </a:ext>
            </a:extLst>
          </p:cNvPr>
          <p:cNvCxnSpPr>
            <a:cxnSpLocks/>
          </p:cNvCxnSpPr>
          <p:nvPr/>
        </p:nvCxnSpPr>
        <p:spPr>
          <a:xfrm>
            <a:off x="2876210" y="1271538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011D581B-C5B4-B47D-943A-C50BD4FF2940}"/>
              </a:ext>
            </a:extLst>
          </p:cNvPr>
          <p:cNvCxnSpPr>
            <a:cxnSpLocks/>
          </p:cNvCxnSpPr>
          <p:nvPr/>
        </p:nvCxnSpPr>
        <p:spPr>
          <a:xfrm>
            <a:off x="2896530" y="185504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BD7FBD8-0AD0-2938-E2EC-B344A60DE45F}"/>
              </a:ext>
            </a:extLst>
          </p:cNvPr>
          <p:cNvCxnSpPr>
            <a:cxnSpLocks/>
          </p:cNvCxnSpPr>
          <p:nvPr/>
        </p:nvCxnSpPr>
        <p:spPr>
          <a:xfrm>
            <a:off x="2874610" y="2438543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E0F84EA-F770-9294-52F5-5F83D5164BA1}"/>
              </a:ext>
            </a:extLst>
          </p:cNvPr>
          <p:cNvCxnSpPr>
            <a:cxnSpLocks/>
          </p:cNvCxnSpPr>
          <p:nvPr/>
        </p:nvCxnSpPr>
        <p:spPr>
          <a:xfrm>
            <a:off x="2874610" y="3022046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DF732FC8-BE27-5881-B4D7-F3DF2FE18DE7}"/>
              </a:ext>
            </a:extLst>
          </p:cNvPr>
          <p:cNvCxnSpPr>
            <a:cxnSpLocks/>
          </p:cNvCxnSpPr>
          <p:nvPr/>
        </p:nvCxnSpPr>
        <p:spPr>
          <a:xfrm>
            <a:off x="2874610" y="3605550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67FFF1C-C805-0DAC-5DB7-38D315AB24E3}"/>
              </a:ext>
            </a:extLst>
          </p:cNvPr>
          <p:cNvSpPr txBox="1"/>
          <p:nvPr/>
        </p:nvSpPr>
        <p:spPr>
          <a:xfrm>
            <a:off x="1981164" y="10056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F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B243267-BAFB-6AC3-4868-531B95207A4C}"/>
              </a:ext>
            </a:extLst>
          </p:cNvPr>
          <p:cNvSpPr txBox="1"/>
          <p:nvPr/>
        </p:nvSpPr>
        <p:spPr>
          <a:xfrm>
            <a:off x="2000516" y="159612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8440FF7-7DDD-7384-2ABF-2372E5A6D9A6}"/>
              </a:ext>
            </a:extLst>
          </p:cNvPr>
          <p:cNvSpPr txBox="1"/>
          <p:nvPr/>
        </p:nvSpPr>
        <p:spPr>
          <a:xfrm>
            <a:off x="2000516" y="218665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1,in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A66E74B-5C98-7970-D206-9A4F9208903C}"/>
              </a:ext>
            </a:extLst>
          </p:cNvPr>
          <p:cNvSpPr txBox="1"/>
          <p:nvPr/>
        </p:nvSpPr>
        <p:spPr>
          <a:xfrm>
            <a:off x="1971967" y="277717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2,in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BFA3298-62E0-7C94-EBE8-7A89EFE44CA0}"/>
              </a:ext>
            </a:extLst>
          </p:cNvPr>
          <p:cNvSpPr txBox="1"/>
          <p:nvPr/>
        </p:nvSpPr>
        <p:spPr>
          <a:xfrm>
            <a:off x="1971968" y="336770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73B35E57-C4F8-BF5D-618B-0A864D785A89}"/>
              </a:ext>
            </a:extLst>
          </p:cNvPr>
          <p:cNvCxnSpPr>
            <a:cxnSpLocks/>
          </p:cNvCxnSpPr>
          <p:nvPr/>
        </p:nvCxnSpPr>
        <p:spPr>
          <a:xfrm>
            <a:off x="2846061" y="4189054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FA4711D-118B-3CF3-27C2-8B0D494ADFE4}"/>
              </a:ext>
            </a:extLst>
          </p:cNvPr>
          <p:cNvSpPr txBox="1"/>
          <p:nvPr/>
        </p:nvSpPr>
        <p:spPr>
          <a:xfrm>
            <a:off x="2000516" y="3958223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9F92A355-807A-E30B-19CD-EAC548B61EF8}"/>
              </a:ext>
            </a:extLst>
          </p:cNvPr>
          <p:cNvCxnSpPr>
            <a:cxnSpLocks/>
          </p:cNvCxnSpPr>
          <p:nvPr/>
        </p:nvCxnSpPr>
        <p:spPr>
          <a:xfrm>
            <a:off x="8155464" y="1561092"/>
            <a:ext cx="11684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CE4C95EF-073C-8A5A-D375-B918E81328F9}"/>
              </a:ext>
            </a:extLst>
          </p:cNvPr>
          <p:cNvCxnSpPr>
            <a:cxnSpLocks/>
          </p:cNvCxnSpPr>
          <p:nvPr/>
        </p:nvCxnSpPr>
        <p:spPr>
          <a:xfrm>
            <a:off x="8153864" y="22726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de flecha 63">
            <a:extLst>
              <a:ext uri="{FF2B5EF4-FFF2-40B4-BE49-F238E27FC236}">
                <a16:creationId xmlns:a16="http://schemas.microsoft.com/office/drawing/2014/main" id="{8A522808-BC5A-3B57-54FA-7FE6CB8FD94B}"/>
              </a:ext>
            </a:extLst>
          </p:cNvPr>
          <p:cNvCxnSpPr>
            <a:cxnSpLocks/>
          </p:cNvCxnSpPr>
          <p:nvPr/>
        </p:nvCxnSpPr>
        <p:spPr>
          <a:xfrm>
            <a:off x="8153864" y="29842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A606C67-B3CF-651C-7B8A-A8DAB4B82DF9}"/>
              </a:ext>
            </a:extLst>
          </p:cNvPr>
          <p:cNvCxnSpPr>
            <a:cxnSpLocks/>
          </p:cNvCxnSpPr>
          <p:nvPr/>
        </p:nvCxnSpPr>
        <p:spPr>
          <a:xfrm>
            <a:off x="8153864" y="36958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2C38B79B-202E-94F7-89D0-38F013FDAEB0}"/>
              </a:ext>
            </a:extLst>
          </p:cNvPr>
          <p:cNvCxnSpPr>
            <a:cxnSpLocks/>
          </p:cNvCxnSpPr>
          <p:nvPr/>
        </p:nvCxnSpPr>
        <p:spPr>
          <a:xfrm>
            <a:off x="8153864" y="4407492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BDD34E9-4079-D74E-B24A-9F85932F6A90}"/>
              </a:ext>
            </a:extLst>
          </p:cNvPr>
          <p:cNvSpPr txBox="1"/>
          <p:nvPr/>
        </p:nvSpPr>
        <p:spPr>
          <a:xfrm>
            <a:off x="9349595" y="13176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x(t)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2D8A428-08DB-6DDB-865F-A493797FFAF1}"/>
              </a:ext>
            </a:extLst>
          </p:cNvPr>
          <p:cNvSpPr txBox="1"/>
          <p:nvPr/>
        </p:nvSpPr>
        <p:spPr>
          <a:xfrm>
            <a:off x="9474328" y="20292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1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AB1A7FE-9C38-C1B5-2306-C3DE01C81474}"/>
              </a:ext>
            </a:extLst>
          </p:cNvPr>
          <p:cNvSpPr txBox="1"/>
          <p:nvPr/>
        </p:nvSpPr>
        <p:spPr>
          <a:xfrm>
            <a:off x="9445779" y="27408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S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110D6CD-43FF-4587-9CC0-ED5648BDD5F1}"/>
              </a:ext>
            </a:extLst>
          </p:cNvPr>
          <p:cNvSpPr txBox="1"/>
          <p:nvPr/>
        </p:nvSpPr>
        <p:spPr>
          <a:xfrm>
            <a:off x="9445779" y="3452454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343672F-B87C-25CA-E244-76A27FB80598}"/>
              </a:ext>
            </a:extLst>
          </p:cNvPr>
          <p:cNvSpPr txBox="1"/>
          <p:nvPr/>
        </p:nvSpPr>
        <p:spPr>
          <a:xfrm>
            <a:off x="9323862" y="4164055"/>
            <a:ext cx="1017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Q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in</a:t>
            </a:r>
            <a:r>
              <a:rPr lang="es-CO" sz="2400" b="1" dirty="0">
                <a:latin typeface="Palatino Linotype" panose="02040502050505030304" pitchFamily="18" charset="0"/>
              </a:rPr>
              <a:t>(t)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A0D88FCC-8BED-02B9-9155-28DE103639BE}"/>
              </a:ext>
            </a:extLst>
          </p:cNvPr>
          <p:cNvCxnSpPr>
            <a:cxnSpLocks/>
          </p:cNvCxnSpPr>
          <p:nvPr/>
        </p:nvCxnSpPr>
        <p:spPr>
          <a:xfrm flipV="1">
            <a:off x="463742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631DCAF-BAC6-4995-5031-2D5B36E5F0B5}"/>
              </a:ext>
            </a:extLst>
          </p:cNvPr>
          <p:cNvCxnSpPr>
            <a:cxnSpLocks/>
          </p:cNvCxnSpPr>
          <p:nvPr/>
        </p:nvCxnSpPr>
        <p:spPr>
          <a:xfrm flipV="1">
            <a:off x="7522869" y="461666"/>
            <a:ext cx="0" cy="42558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E99153B1-B2C8-3295-03FA-3A89202BEFE8}"/>
              </a:ext>
            </a:extLst>
          </p:cNvPr>
          <p:cNvSpPr txBox="1"/>
          <p:nvPr/>
        </p:nvSpPr>
        <p:spPr>
          <a:xfrm>
            <a:off x="4189421" y="0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Luz</a:t>
            </a:r>
            <a:endParaRPr lang="es-CO" sz="2400" b="1" baseline="-25000" dirty="0">
              <a:latin typeface="Palatino Linotype" panose="0204050205050503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6A69FE-0E40-7D79-F596-EF1AFF5E3971}"/>
              </a:ext>
            </a:extLst>
          </p:cNvPr>
          <p:cNvSpPr txBox="1"/>
          <p:nvPr/>
        </p:nvSpPr>
        <p:spPr>
          <a:xfrm>
            <a:off x="7074861" y="2245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CO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2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58FE14CA-34CE-17B3-1A2A-DDAC89EE1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06006"/>
              </p:ext>
            </p:extLst>
          </p:nvPr>
        </p:nvGraphicFramePr>
        <p:xfrm>
          <a:off x="1926408" y="5700556"/>
          <a:ext cx="8293814" cy="101597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293814">
                  <a:extLst>
                    <a:ext uri="{9D8B030D-6E8A-4147-A177-3AD203B41FA5}">
                      <a16:colId xmlns:a16="http://schemas.microsoft.com/office/drawing/2014/main" val="512345955"/>
                    </a:ext>
                  </a:extLst>
                </a:gridCol>
              </a:tblGrid>
              <a:tr h="287018">
                <a:tc>
                  <a:txBody>
                    <a:bodyPr/>
                    <a:lstStyle/>
                    <a:p>
                      <a:r>
                        <a:rPr lang="es-CO" sz="2200" dirty="0">
                          <a:latin typeface="Palatino Linotype" panose="02040502050505030304" pitchFamily="18" charset="0"/>
                        </a:rPr>
                        <a:t>Parámetros Ajustables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9574"/>
                  </a:ext>
                </a:extLst>
              </a:tr>
              <a:tr h="589256">
                <a:tc>
                  <a:txBody>
                    <a:bodyPr/>
                    <a:lstStyle/>
                    <a:p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xs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Y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ls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m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μ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q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min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s-CO" sz="2000" b="1" dirty="0" err="1">
                          <a:latin typeface="Palatino Linotype" panose="02040502050505030304" pitchFamily="18" charset="0"/>
                        </a:rPr>
                        <a:t>ρ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π</a:t>
                      </a:r>
                      <a:r>
                        <a:rPr lang="es-CO" sz="2000" b="1" baseline="-25000" dirty="0" err="1">
                          <a:latin typeface="Palatino Linotype" panose="02040502050505030304" pitchFamily="18" charset="0"/>
                        </a:rPr>
                        <a:t>max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S1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N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L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K</a:t>
                      </a:r>
                      <a:r>
                        <a:rPr lang="es-CO" sz="2000" b="1" baseline="-25000" dirty="0">
                          <a:latin typeface="Palatino Linotype" panose="02040502050505030304" pitchFamily="18" charset="0"/>
                        </a:rPr>
                        <a:t>I2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</a:t>
                      </a:r>
                      <a:r>
                        <a:rPr lang="el-GR" sz="2000" b="1" dirty="0">
                          <a:latin typeface="Palatino Linotype" panose="02040502050505030304" pitchFamily="18" charset="0"/>
                        </a:rPr>
                        <a:t>α</a:t>
                      </a:r>
                      <a:r>
                        <a:rPr lang="es-CO" sz="2000" b="1" dirty="0">
                          <a:latin typeface="Palatino Linotype" panose="02040502050505030304" pitchFamily="18" charset="0"/>
                        </a:rPr>
                        <a:t>,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50194"/>
                  </a:ext>
                </a:extLst>
              </a:tr>
            </a:tbl>
          </a:graphicData>
        </a:graphic>
      </p:graphicFrame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BD8E755-3CD1-A0B2-5A2B-A34CCDFADD9E}"/>
              </a:ext>
            </a:extLst>
          </p:cNvPr>
          <p:cNvCxnSpPr>
            <a:cxnSpLocks/>
          </p:cNvCxnSpPr>
          <p:nvPr/>
        </p:nvCxnSpPr>
        <p:spPr>
          <a:xfrm>
            <a:off x="2837978" y="4761629"/>
            <a:ext cx="11700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7EC3C93-540F-80A6-61B4-A460B829DF37}"/>
              </a:ext>
            </a:extLst>
          </p:cNvPr>
          <p:cNvSpPr txBox="1"/>
          <p:nvPr/>
        </p:nvSpPr>
        <p:spPr>
          <a:xfrm>
            <a:off x="1992433" y="4530798"/>
            <a:ext cx="89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I</a:t>
            </a:r>
            <a:r>
              <a:rPr lang="es-CO" sz="2400" b="1" baseline="-25000" dirty="0">
                <a:latin typeface="Palatino Linotype" panose="02040502050505030304" pitchFamily="18" charset="0"/>
              </a:rPr>
              <a:t>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7BB327-9E56-F9E1-EB92-BB08A4838996}"/>
              </a:ext>
            </a:extLst>
          </p:cNvPr>
          <p:cNvSpPr txBox="1"/>
          <p:nvPr/>
        </p:nvSpPr>
        <p:spPr>
          <a:xfrm>
            <a:off x="4007978" y="5081616"/>
            <a:ext cx="413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Palatino Linotype" panose="02040502050505030304" pitchFamily="18" charset="0"/>
              </a:rPr>
              <a:t>Volumen de control</a:t>
            </a:r>
          </a:p>
        </p:txBody>
      </p:sp>
    </p:spTree>
    <p:extLst>
      <p:ext uri="{BB962C8B-B14F-4D97-AF65-F5344CB8AC3E}">
        <p14:creationId xmlns:p14="http://schemas.microsoft.com/office/powerpoint/2010/main" val="363642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354</Words>
  <Application>Microsoft Office PowerPoint</Application>
  <PresentationFormat>Panorámica</PresentationFormat>
  <Paragraphs>91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Palatino Linotype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Garcia</dc:creator>
  <cp:lastModifiedBy>Juan Sebastian Garcia</cp:lastModifiedBy>
  <cp:revision>6</cp:revision>
  <dcterms:created xsi:type="dcterms:W3CDTF">2026-03-30T23:57:31Z</dcterms:created>
  <dcterms:modified xsi:type="dcterms:W3CDTF">2026-04-07T05:17:11Z</dcterms:modified>
</cp:coreProperties>
</file>